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5 Legacy Services Identified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Services by 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E08E45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Critical</c:v>
                </c:pt>
                <c:pt idx="1">
                  <c:v>High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85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Ports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A35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Hardening</c:v>
                  </c:pt>
                  <c:pt idx="1">
                    <c:v>After Hardening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971800"/>
            <a:ext cx="4754880" cy="475488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3611880"/>
            <a:ext cx="3474720" cy="347472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4251960"/>
            <a:ext cx="2194560" cy="219456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4480560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4846320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6126480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5852160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CYBERSECURITY INTERNSHIP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Cybersecurity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Assessment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Discovery, Traffic Analysis &amp; Vulnerability Assessment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17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4617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Khushveer Dhiman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001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5001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3858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0" y="5385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7698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0" y="57698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572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the Week 3 assessment covering network discovery, service enumeration, packet-level traffic analysis, vulnerability assessment, and security hardening of an authorized lab environment. All activity was performed exclusively against systems owned by, or explicitly authorized for, the author.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LIFECYCLE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  →   Enumerate   →   Capture &amp; Analyze   →   Correlate   →   Classify Risk   →   Remediate   →   Verify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65392" y="157276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authorized hosts via Nmap host discovery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235915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65392" y="233172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open ports, services &amp; service versions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31181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65392" y="3090672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analyze live traffic across DNS, TCP, UDP, ICMP, ARP, HTTP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38770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65392" y="384962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Nmap activity with packet-level evidence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463600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65392" y="460857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risk-classified vulnerability assessment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539496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65392" y="536752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verify at least three hardening measures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LAB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Toolset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was built using an isolated, host-only virtual network so that no scanning or traffic-generation activity reached production or third-party systems.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035040" cy="349300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579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21579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17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249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/ Analyst Machine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0" y="2724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— 192.168.94.133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VM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— 192.168.94.134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58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VM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38587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— 192.168.94.135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70832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0" y="44256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/ Internal, subnet 192.168.94.0/24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926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Controls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49926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virtual adapter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4088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233172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22768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43800" y="25328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discovery, port scanning, service/version detection, OS fingerprinting, NSE scripts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40880" y="310896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30540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43800" y="3310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 and protocol analysis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40880" y="388620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43800" y="38313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43800" y="4087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virtual lab environment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40880" y="466344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43800" y="46085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543800" y="48646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diagram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040880" y="544068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53858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43800" y="56418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artifact submission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Reconnaissance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reconnaissance moved in stages, from broad discovery to targeted, in-depth enumeration. Each scan was pre-authorized and limited to the lab's internal subnet.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379438" cy="3017520"/>
          </a:xfrm>
          <a:prstGeom prst="roundRect">
            <a:avLst>
              <a:gd name="adj" fmla="val 3977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37191" y="2697480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1037191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196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931920"/>
            <a:ext cx="1159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sweep to identify live hosts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3504" y="4983480"/>
            <a:ext cx="12697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 192.168.94.134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29246" y="2468880"/>
            <a:ext cx="1379438" cy="3017520"/>
          </a:xfrm>
          <a:prstGeom prst="roundRect">
            <a:avLst>
              <a:gd name="adj" fmla="val 3977"/>
            </a:avLst>
          </a:prstGeom>
          <a:solidFill>
            <a:srgbClr val="F4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17797" y="269748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617797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20686" y="3246120"/>
            <a:ext cx="1196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38974" y="3931920"/>
            <a:ext cx="1159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port scan against each live host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84110" y="4983480"/>
            <a:ext cx="12697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&lt;target&gt;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09851" y="2468880"/>
            <a:ext cx="1379438" cy="3017520"/>
          </a:xfrm>
          <a:prstGeom prst="roundRect">
            <a:avLst>
              <a:gd name="adj" fmla="val 3977"/>
            </a:avLst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198402" y="2697480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198402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1291" y="3246120"/>
            <a:ext cx="1196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19579" y="3931920"/>
            <a:ext cx="1159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version detection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64715" y="4983480"/>
            <a:ext cx="12697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&lt;target&gt;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90457" y="2468880"/>
            <a:ext cx="1379438" cy="3017520"/>
          </a:xfrm>
          <a:prstGeom prst="roundRect">
            <a:avLst>
              <a:gd name="adj" fmla="val 3977"/>
            </a:avLst>
          </a:prstGeom>
          <a:solidFill>
            <a:srgbClr val="F4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779008" y="269748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779008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81897" y="3246120"/>
            <a:ext cx="1196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Fingerprinting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00185" y="3931920"/>
            <a:ext cx="1159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fingerprinting where supported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45321" y="4983480"/>
            <a:ext cx="12697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 &lt;target&gt;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71063" y="2468880"/>
            <a:ext cx="1379438" cy="3017520"/>
          </a:xfrm>
          <a:prstGeom prst="roundRect">
            <a:avLst>
              <a:gd name="adj" fmla="val 3977"/>
            </a:avLst>
          </a:prstGeom>
          <a:solidFill>
            <a:srgbClr val="1B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9614" y="2697480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/>
          <p:nvPr/>
        </p:nvSpPr>
        <p:spPr>
          <a:xfrm>
            <a:off x="7359614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2503" y="3246120"/>
            <a:ext cx="1196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(Stealth) Scan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80791" y="3931920"/>
            <a:ext cx="1159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SYN stealth scanning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25927" y="4983480"/>
            <a:ext cx="12697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 &lt;target&gt;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451669" y="2468880"/>
            <a:ext cx="1379438" cy="3017520"/>
          </a:xfrm>
          <a:prstGeom prst="roundRect">
            <a:avLst>
              <a:gd name="adj" fmla="val 3977"/>
            </a:avLst>
          </a:prstGeom>
          <a:solidFill>
            <a:srgbClr val="F4F7FB"/>
          </a:solidFill>
          <a:ln/>
        </p:spPr>
      </p:sp>
      <p:sp>
        <p:nvSpPr>
          <p:cNvPr id="36" name="Shape 34"/>
          <p:cNvSpPr/>
          <p:nvPr/>
        </p:nvSpPr>
        <p:spPr>
          <a:xfrm>
            <a:off x="8940219" y="269748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8940219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43109" y="3246120"/>
            <a:ext cx="1196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Scan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61397" y="3931920"/>
            <a:ext cx="1159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UDP scan of common ports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06533" y="4983480"/>
            <a:ext cx="12697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-sU --top-ports 20 &lt;target&gt;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032274" y="2468880"/>
            <a:ext cx="1379438" cy="3017520"/>
          </a:xfrm>
          <a:prstGeom prst="roundRect">
            <a:avLst>
              <a:gd name="adj" fmla="val 3977"/>
            </a:avLst>
          </a:prstGeom>
          <a:solidFill>
            <a:srgbClr val="1B2A4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20825" y="2697480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3" name="Text 41"/>
          <p:cNvSpPr/>
          <p:nvPr/>
        </p:nvSpPr>
        <p:spPr>
          <a:xfrm>
            <a:off x="10520825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123714" y="3246120"/>
            <a:ext cx="1196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Vuln Scripts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142002" y="3931920"/>
            <a:ext cx="1159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scripts, authorized hosts only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087138" y="4983480"/>
            <a:ext cx="12697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--script vuln &lt;target&gt;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Results — Hosts &amp;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DISCOVERED HOSTS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192.168.94.134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Metasploitable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192.168.94.135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OPEN PORTS &amp; SERVICES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5120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17373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vsftpd 2.3.4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8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Telnetd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netkit-rsh rexecd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OpenBSD rlogind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TCPWRAPPED (RSH)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MIX — OPEN SERVICES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09360" y="18288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5"/>
          <p:cNvSpPr/>
          <p:nvPr/>
        </p:nvSpPr>
        <p:spPr>
          <a:xfrm>
            <a:off x="6309360" y="4800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exposed legacy services were classified Critical; the remainder (FTP) was classified High.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Analysis — Exposed Legacy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significant open port: what runs, why it's risky, and the remediation applied.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29968" cy="411480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E08E4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9424"/>
            <a:ext cx="2029968" cy="283464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2082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65176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9260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2.3.4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files, but credentials travel unencrypted — exposure enables credential theft.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2064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534924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Disabled; SFTP/SSH recommended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61488" y="1965960"/>
            <a:ext cx="2029968" cy="411480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2761488" y="1965960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61488" y="2249424"/>
            <a:ext cx="2029968" cy="2834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2761488" y="202082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23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71216" y="265176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71216" y="29260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login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98648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remote login; SSH offers the same function securely.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98648" y="5029200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512064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98648" y="534924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Disabled; SSH in use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74336" y="1965960"/>
            <a:ext cx="2029968" cy="411480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974336" y="1965960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74336" y="2249424"/>
            <a:ext cx="2029968" cy="2834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974336" y="202082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84064" y="265176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84064" y="29260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11496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remote command execution — high-impact if abused.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11496" y="5029200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11496" y="512064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11496" y="534924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Disabled; SSH in use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87184" y="1965960"/>
            <a:ext cx="2029968" cy="411480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/>
        </p:spPr>
      </p:sp>
      <p:sp>
        <p:nvSpPr>
          <p:cNvPr id="36" name="Shape 34"/>
          <p:cNvSpPr/>
          <p:nvPr/>
        </p:nvSpPr>
        <p:spPr>
          <a:xfrm>
            <a:off x="7187184" y="1965960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7187184" y="2249424"/>
            <a:ext cx="2029968" cy="2834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7187184" y="202082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96912" y="265176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296912" y="29260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rlogin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24344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remote login prone to credential exposure &amp; unauthorized access.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24344" y="5029200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24344" y="512064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24344" y="534924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Disabled; SSH in use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00032" y="1965960"/>
            <a:ext cx="2029968" cy="411480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/>
        </p:spPr>
      </p:sp>
      <p:sp>
        <p:nvSpPr>
          <p:cNvPr id="46" name="Shape 44"/>
          <p:cNvSpPr/>
          <p:nvPr/>
        </p:nvSpPr>
        <p:spPr>
          <a:xfrm>
            <a:off x="9400032" y="1965960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47" name="Shape 45"/>
          <p:cNvSpPr/>
          <p:nvPr/>
        </p:nvSpPr>
        <p:spPr>
          <a:xfrm>
            <a:off x="9400032" y="2249424"/>
            <a:ext cx="2029968" cy="2834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9400032" y="202082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514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509760" y="265176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RSH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509760" y="29260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shell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537192" y="33375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legacy shell access; an easy path to unauthorized command access.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37192" y="5029200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37192" y="512064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537192" y="534924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Disabled; SSH in use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TRAFFIC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Wireshark Capture &amp; Nmap Correlation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3317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 was started on the lab's network interface while generating a mix of normal traffic: browsing a website, DNS lookups, pinging lab VMs, and connecting to an authorized local service. Approx. 5–10 minutes of traffic was saved as a .pcapng file for offline analysis.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OF INTEREST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554480" cy="274320"/>
          </a:xfrm>
          <a:prstGeom prst="rect">
            <a:avLst/>
          </a:prstGeom>
          <a:solidFill>
            <a:srgbClr val="CFE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 ==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23160" y="3566160"/>
            <a:ext cx="1554480" cy="274320"/>
          </a:xfrm>
          <a:prstGeom prst="rect">
            <a:avLst/>
          </a:prstGeom>
          <a:solidFill>
            <a:srgbClr val="CFE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tcp.flags.reset ==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566160"/>
            <a:ext cx="1554480" cy="274320"/>
          </a:xfrm>
          <a:prstGeom prst="rect">
            <a:avLst/>
          </a:prstGeom>
          <a:solidFill>
            <a:srgbClr val="CFE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dns.flags.response == 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REVIEWED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0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09344" y="44805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609344" y="4480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70048" y="44805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2670048" y="4480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30752" y="44805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730752" y="4480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91456" y="44805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4480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Nmap SYN scan (nmap -sS &lt;target&gt;) was run against an authorized lab machine while Wireshark captured traffic on the same interface, to observe scan behavior at the packet level.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1737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↔ WIRESHARK CORRELATION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detected 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SYN/ACK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appears reachable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detected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not accepting connections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not responding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expected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filtering / 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126480" y="3977640"/>
            <a:ext cx="5394960" cy="19202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4480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in the vulnerability assessment combine evidence from Nmap enumeration (host/port/service data) with Wireshark traffic analysis — giving both a scan-level and packet-level view of each exposure.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Assessment &amp; Risk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804672"/>
          </a:xfrm>
          <a:prstGeom prst="roundRect">
            <a:avLst>
              <a:gd name="adj" fmla="val 5682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276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exposed — 21/tcp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06440" y="16642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08E45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6642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9751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authentication; disable or use SFTP/SSH.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7040880" cy="804672"/>
          </a:xfrm>
          <a:prstGeom prst="roundRect">
            <a:avLst>
              <a:gd name="adj" fmla="val 5682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420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exposed — 23/tcp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0644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5786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8895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auth risks credential exposure; use SSH.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7040880" cy="804672"/>
          </a:xfrm>
          <a:prstGeom prst="roundRect">
            <a:avLst>
              <a:gd name="adj" fmla="val 5682"/>
            </a:avLst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564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4564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exposed — 512/tcp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06440" y="34930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34930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38039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remote command execution; disable, use SSH.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7040880" cy="804672"/>
          </a:xfrm>
          <a:prstGeom prst="roundRect">
            <a:avLst>
              <a:gd name="adj" fmla="val 5682"/>
            </a:avLst>
          </a:prstGeom>
          <a:solidFill>
            <a:srgbClr val="F4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708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3708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rlogin exposed — 513/tcp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06440" y="44074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44074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" y="47183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remote login mechanism; use SSH.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7040880" cy="804672"/>
          </a:xfrm>
          <a:prstGeom prst="roundRect">
            <a:avLst>
              <a:gd name="adj" fmla="val 5682"/>
            </a:avLst>
          </a:prstGeom>
          <a:solidFill>
            <a:srgbClr val="F4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2852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52852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RSH exposed — 514/tcp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06440" y="53218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53218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remote-shell access; use SSH.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DEFINITIONS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1920240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4F7FB"/>
          </a:solidFill>
          <a:ln/>
        </p:spPr>
      </p:sp>
      <p:sp>
        <p:nvSpPr>
          <p:cNvPr id="36" name="Shape 34"/>
          <p:cNvSpPr/>
          <p:nvPr/>
        </p:nvSpPr>
        <p:spPr>
          <a:xfrm>
            <a:off x="8138160" y="1920240"/>
            <a:ext cx="73152" cy="8961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exploitable, high-impact exposure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38160" y="2962656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4F7FB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8160" y="2962656"/>
            <a:ext cx="73152" cy="89611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3035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66760" y="33284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attack path; needs extra conditions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38160" y="4005072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4F7FB"/>
          </a:solidFill>
          <a:ln/>
        </p:spPr>
      </p:sp>
      <p:sp>
        <p:nvSpPr>
          <p:cNvPr id="44" name="Shape 42"/>
          <p:cNvSpPr/>
          <p:nvPr/>
        </p:nvSpPr>
        <p:spPr>
          <a:xfrm>
            <a:off x="8138160" y="4005072"/>
            <a:ext cx="73152" cy="896112"/>
          </a:xfrm>
          <a:prstGeom prst="rect">
            <a:avLst/>
          </a:prstGeom>
          <a:solidFill>
            <a:srgbClr val="8C9BB5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40782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66760" y="43708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weakness, limited/adjacent exposure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138160" y="5047488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4F7FB"/>
          </a:solidFill>
          <a:ln/>
        </p:spPr>
      </p:sp>
      <p:sp>
        <p:nvSpPr>
          <p:cNvPr id="48" name="Shape 46"/>
          <p:cNvSpPr/>
          <p:nvPr/>
        </p:nvSpPr>
        <p:spPr>
          <a:xfrm>
            <a:off x="8138160" y="5047488"/>
            <a:ext cx="73152" cy="896112"/>
          </a:xfrm>
          <a:prstGeom prst="rect">
            <a:avLst/>
          </a:prstGeom>
          <a:solidFill>
            <a:srgbClr val="B7C1D1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5120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66760" y="5413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 deviation, minimal real impact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REMEDIATION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Hardening — Before &amp;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LEGACY PORTS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exposed legacy services (FTP, Telnet, EXEC, rlogin, RSH) were disabled and closure verified with Nmap.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0936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IMPROVEMENTS APPLIED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09360" y="1874520"/>
            <a:ext cx="365760" cy="365760"/>
          </a:xfrm>
          <a:prstGeom prst="ellipse">
            <a:avLst/>
          </a:prstGeom>
          <a:solidFill>
            <a:srgbClr val="3FA35C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182880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unnecessary FTP service (port 21) to reduce attack surface.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2743200"/>
            <a:ext cx="365760" cy="365760"/>
          </a:xfrm>
          <a:prstGeom prst="ellipse">
            <a:avLst/>
          </a:prstGeom>
          <a:solidFill>
            <a:srgbClr val="3FA35C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12280" y="26974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insecure Telnet service (port 23); closure verified via Nmap.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3611880"/>
            <a:ext cx="365760" cy="365760"/>
          </a:xfrm>
          <a:prstGeom prst="ellipse">
            <a:avLst/>
          </a:prstGeom>
          <a:solidFill>
            <a:srgbClr val="3FA35C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12280" y="35661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legacy EXEC (512), rlogin (513) and RSH (514) services to prevent insecure remote command/login access.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448056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 – 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(vsftpd 2.3.4)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Telnet – 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– 512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(netkit-rsh)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rlogin – 513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(rlogind)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RSH – 514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(tcpwrapped)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82296" cy="822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unnecessary/insecure services: FTP, Telnet, EXEC, rlogin, RSH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82296" cy="822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311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SSH instead of Telnet and other plaintext protocols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82296" cy="822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066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via firewall rules; allow only trusted hosts/networks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82296" cy="822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821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OS and services updated; watch for outdated software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82296" cy="822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regular Nmap scans to catch newly exposed ports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Metasploitable VM required locating xinetd/inetd.conf entries and confirming closures via Nmap. The system's older Linux base also lacked modern tools such as apt.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6223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737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103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identified five unnecessary, insecure legacy services on the Metasploitable server — FTP (21), Telnet (23), EXEC (512), rlogin (513), and RSH (514) — that increased the attack surface and could allow insecure remote access or command execution.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0" y="3520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services were disabled and results verified with Nmap, reducing exposed services and improving the lab's overall security posture.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4572000"/>
            <a:ext cx="438912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75488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firewall restrictions, secure SSH configuration, regular updates, and periodic vulnerability scanning.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2026-08-22T16:09:31Z</dcterms:created>
  <dcterms:modified xsi:type="dcterms:W3CDTF">2026-08-22T16:09:31Z</dcterms:modified>
</cp:coreProperties>
</file>